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ato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-2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721531" y="-612440"/>
            <a:ext cx="2921848" cy="1577913"/>
            <a:chOff x="0" y="0"/>
            <a:chExt cx="1505075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9147" y="7326802"/>
            <a:ext cx="9194765" cy="179011"/>
            <a:chOff x="0" y="0"/>
            <a:chExt cx="12117489" cy="2359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7489" cy="235913"/>
            </a:xfrm>
            <a:custGeom>
              <a:avLst/>
              <a:gdLst/>
              <a:ahLst/>
              <a:cxnLst/>
              <a:rect l="l" t="t" r="r" b="b"/>
              <a:pathLst>
                <a:path w="12117489" h="235913">
                  <a:moveTo>
                    <a:pt x="0" y="0"/>
                  </a:moveTo>
                  <a:lnTo>
                    <a:pt x="12117489" y="0"/>
                  </a:lnTo>
                  <a:lnTo>
                    <a:pt x="12117489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117489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43137" y="7237296"/>
            <a:ext cx="9194765" cy="179011"/>
            <a:chOff x="0" y="0"/>
            <a:chExt cx="12117489" cy="2359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17489" cy="235913"/>
            </a:xfrm>
            <a:custGeom>
              <a:avLst/>
              <a:gdLst/>
              <a:ahLst/>
              <a:cxnLst/>
              <a:rect l="l" t="t" r="r" b="b"/>
              <a:pathLst>
                <a:path w="12117489" h="235913">
                  <a:moveTo>
                    <a:pt x="0" y="0"/>
                  </a:moveTo>
                  <a:lnTo>
                    <a:pt x="12117489" y="0"/>
                  </a:lnTo>
                  <a:lnTo>
                    <a:pt x="12117489" y="235913"/>
                  </a:lnTo>
                  <a:lnTo>
                    <a:pt x="0" y="235913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117489" cy="264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2490311" y="29618"/>
            <a:ext cx="8520359" cy="319775"/>
            <a:chOff x="0" y="0"/>
            <a:chExt cx="11228711" cy="4214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28711" cy="421422"/>
            </a:xfrm>
            <a:custGeom>
              <a:avLst/>
              <a:gdLst/>
              <a:ahLst/>
              <a:cxnLst/>
              <a:rect l="l" t="t" r="r" b="b"/>
              <a:pathLst>
                <a:path w="11228711" h="421422">
                  <a:moveTo>
                    <a:pt x="0" y="0"/>
                  </a:moveTo>
                  <a:lnTo>
                    <a:pt x="11228711" y="0"/>
                  </a:lnTo>
                  <a:lnTo>
                    <a:pt x="11228711" y="421422"/>
                  </a:lnTo>
                  <a:lnTo>
                    <a:pt x="0" y="421422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1228711" cy="449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10800000">
            <a:off x="1298652" y="-612440"/>
            <a:ext cx="1803330" cy="1577913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190226" y="549045"/>
            <a:ext cx="1158466" cy="625617"/>
            <a:chOff x="0" y="0"/>
            <a:chExt cx="1505075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1991196" y="549045"/>
            <a:ext cx="714991" cy="625617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-973641" y="-403251"/>
            <a:ext cx="2921848" cy="1577913"/>
            <a:chOff x="0" y="0"/>
            <a:chExt cx="1505075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5353" y="6562629"/>
            <a:ext cx="2948641" cy="1592383"/>
            <a:chOff x="0" y="0"/>
            <a:chExt cx="1505075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35420" y="6562629"/>
            <a:ext cx="1819866" cy="1592383"/>
            <a:chOff x="0" y="0"/>
            <a:chExt cx="812800" cy="711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95618" y="6351521"/>
            <a:ext cx="1169089" cy="631354"/>
            <a:chOff x="0" y="0"/>
            <a:chExt cx="1505075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634844" y="6351521"/>
            <a:ext cx="721548" cy="631354"/>
            <a:chOff x="0" y="0"/>
            <a:chExt cx="812800" cy="711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5A3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99775" y="6351521"/>
            <a:ext cx="2948641" cy="1592383"/>
            <a:chOff x="0" y="0"/>
            <a:chExt cx="1505075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489842" y="6351521"/>
            <a:ext cx="1819866" cy="1592383"/>
            <a:chOff x="0" y="0"/>
            <a:chExt cx="812800" cy="711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127331" y="6928919"/>
            <a:ext cx="1142053" cy="616754"/>
            <a:chOff x="0" y="0"/>
            <a:chExt cx="1505075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 rot="-10800000">
            <a:off x="-721531" y="29618"/>
            <a:ext cx="1095361" cy="591538"/>
            <a:chOff x="0" y="0"/>
            <a:chExt cx="1505075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05075" cy="812800"/>
            </a:xfrm>
            <a:custGeom>
              <a:avLst/>
              <a:gdLst/>
              <a:ahLst/>
              <a:cxnLst/>
              <a:rect l="l" t="t" r="r" b="b"/>
              <a:pathLst>
                <a:path w="1505075" h="812800">
                  <a:moveTo>
                    <a:pt x="0" y="0"/>
                  </a:moveTo>
                  <a:lnTo>
                    <a:pt x="1505075" y="0"/>
                  </a:lnTo>
                  <a:lnTo>
                    <a:pt x="15050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1505075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74901" y="6928919"/>
            <a:ext cx="704861" cy="616754"/>
            <a:chOff x="0" y="0"/>
            <a:chExt cx="812800" cy="711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910670" y="259888"/>
            <a:ext cx="680044" cy="595038"/>
            <a:chOff x="0" y="0"/>
            <a:chExt cx="812800" cy="711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-1461193" y="2506689"/>
            <a:ext cx="3535225" cy="3093322"/>
            <a:chOff x="0" y="0"/>
            <a:chExt cx="812800" cy="711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10980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439288" y="1174662"/>
            <a:ext cx="3535225" cy="3093322"/>
            <a:chOff x="0" y="0"/>
            <a:chExt cx="812800" cy="711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32941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-10800000">
            <a:off x="10206901" y="1174662"/>
            <a:ext cx="3535225" cy="3093322"/>
            <a:chOff x="0" y="0"/>
            <a:chExt cx="812800" cy="7112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>
                <a:alpha val="32941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 rot="-10800000">
            <a:off x="35809" y="29618"/>
            <a:ext cx="676044" cy="591538"/>
            <a:chOff x="0" y="0"/>
            <a:chExt cx="812800" cy="711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4E3F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 rot="-10800000">
            <a:off x="1046542" y="-403251"/>
            <a:ext cx="1803330" cy="1577913"/>
            <a:chOff x="0" y="0"/>
            <a:chExt cx="812800" cy="7112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214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71" name="Freeform 71"/>
          <p:cNvSpPr/>
          <p:nvPr/>
        </p:nvSpPr>
        <p:spPr>
          <a:xfrm>
            <a:off x="7717753" y="557407"/>
            <a:ext cx="2057148" cy="833979"/>
          </a:xfrm>
          <a:custGeom>
            <a:avLst/>
            <a:gdLst/>
            <a:ahLst/>
            <a:cxnLst/>
            <a:rect l="l" t="t" r="r" b="b"/>
            <a:pathLst>
              <a:path w="2057148" h="833979">
                <a:moveTo>
                  <a:pt x="0" y="0"/>
                </a:moveTo>
                <a:lnTo>
                  <a:pt x="2057148" y="0"/>
                </a:lnTo>
                <a:lnTo>
                  <a:pt x="2057148" y="833979"/>
                </a:lnTo>
                <a:lnTo>
                  <a:pt x="0" y="833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2" name="TextBox 72"/>
          <p:cNvSpPr txBox="1"/>
          <p:nvPr/>
        </p:nvSpPr>
        <p:spPr>
          <a:xfrm>
            <a:off x="901273" y="2215561"/>
            <a:ext cx="8873628" cy="55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297" b="1" spc="873" dirty="0">
                <a:solidFill>
                  <a:srgbClr val="00214D"/>
                </a:solidFill>
                <a:latin typeface="Lato Bold"/>
                <a:ea typeface="Lato Bold"/>
                <a:cs typeface="Lato Bold"/>
                <a:sym typeface="Lato Bold"/>
              </a:rPr>
              <a:t>ATTESTATION DE FORMATION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24242" y="5088588"/>
            <a:ext cx="8324384" cy="1616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04"/>
              </a:lnSpc>
            </a:pPr>
            <a:r>
              <a:rPr lang="en-US" sz="5400" i="0" dirty="0"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{{NOM_PARTICIPANT}}</a:t>
            </a:r>
          </a:p>
          <a:p>
            <a:pPr algn="ctr">
              <a:lnSpc>
                <a:spcPts val="6904"/>
              </a:lnSpc>
            </a:pPr>
            <a:r>
              <a:rPr lang="en-US" sz="18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 {   {  </a:t>
            </a:r>
            <a:r>
              <a:rPr lang="en-US" sz="18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Optionnelle</a:t>
            </a:r>
            <a:r>
              <a:rPr lang="en-US" sz="18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_ }  }</a:t>
            </a:r>
            <a:r>
              <a:rPr lang="en-US" sz="18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: </a:t>
            </a:r>
            <a:r>
              <a:rPr lang="en-US" dirty="0">
                <a:solidFill>
                  <a:srgbClr val="1C2120"/>
                </a:solidFill>
                <a:latin typeface="Lato Bold" panose="020B0604020202020204" charset="0"/>
                <a:ea typeface="Lato Bold" panose="020B0604020202020204" charset="0"/>
                <a:cs typeface="Lato Bold" panose="020B0604020202020204" charset="0"/>
                <a:sym typeface="Holiday"/>
              </a:rPr>
              <a:t>N°RPPS: </a:t>
            </a:r>
            <a:r>
              <a:rPr lang="en-US" sz="18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{ {  </a:t>
            </a:r>
            <a:r>
              <a:rPr lang="en-US" sz="18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Optionnelle_Numero_</a:t>
            </a:r>
            <a:r>
              <a:rPr lang="en-US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RPPS</a:t>
            </a:r>
            <a:r>
              <a:rPr lang="en-US" sz="18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 } }</a:t>
            </a:r>
            <a:endParaRPr lang="en-US" dirty="0">
              <a:solidFill>
                <a:srgbClr val="1C2120"/>
              </a:solidFill>
              <a:highlight>
                <a:srgbClr val="FFFF00"/>
              </a:highlight>
              <a:latin typeface="Lato Bold" panose="020B0604020202020204" charset="0"/>
              <a:ea typeface="Lato Bold" panose="020B0604020202020204" charset="0"/>
              <a:cs typeface="Lato Bold" panose="020B0604020202020204" charset="0"/>
              <a:sym typeface="Holiday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399032" y="3011756"/>
            <a:ext cx="7893936" cy="122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Formation </a:t>
            </a:r>
            <a:r>
              <a:rPr lang="en-US" sz="2332" dirty="0">
                <a:solidFill>
                  <a:srgbClr val="1C2120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{{ TYPE_FORMATION }}</a:t>
            </a:r>
            <a:r>
              <a:rPr lang="en-US" sz="2332" dirty="0">
                <a:solidFill>
                  <a:srgbClr val="1C2120"/>
                </a:solidFill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 </a:t>
            </a:r>
            <a:r>
              <a:rPr lang="en-US" sz="2332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sz="2332" b="1" dirty="0"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“</a:t>
            </a:r>
            <a:r>
              <a:rPr lang="en-US" sz="2400" b="0" i="0" dirty="0"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{{FONCTION}}</a:t>
            </a:r>
            <a:r>
              <a:rPr lang="en-US" sz="2332" b="1" dirty="0"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”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conforme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à </a:t>
            </a:r>
          </a:p>
          <a:p>
            <a:pPr algn="ctr">
              <a:lnSpc>
                <a:spcPts val="3264"/>
              </a:lnSpc>
            </a:pP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l’arrêté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du 06 </a:t>
            </a:r>
            <a:r>
              <a:rPr lang="en-US" sz="2332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août</a:t>
            </a:r>
            <a:r>
              <a:rPr lang="en-US" sz="2332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2024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59362" y="4534583"/>
            <a:ext cx="4478137" cy="271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5"/>
              </a:lnSpc>
            </a:pPr>
            <a:r>
              <a:rPr lang="en-US" sz="1539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Formation </a:t>
            </a:r>
            <a:r>
              <a:rPr lang="en-US" sz="1539" b="1" dirty="0" err="1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réalisée</a:t>
            </a:r>
            <a:r>
              <a:rPr lang="en-US" sz="1539" b="1" dirty="0">
                <a:solidFill>
                  <a:srgbClr val="1C2120"/>
                </a:solidFill>
                <a:latin typeface="Lato Bold"/>
                <a:ea typeface="Lato Bold"/>
                <a:cs typeface="Lato Bold"/>
                <a:sym typeface="Lato Bold"/>
              </a:rPr>
              <a:t> du </a:t>
            </a:r>
            <a:r>
              <a:rPr lang="en-US" sz="1600" b="0" i="0" dirty="0"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{{DATES_FORMATION}}</a:t>
            </a:r>
            <a:endParaRPr lang="en-US" sz="1539" b="1" dirty="0">
              <a:highlight>
                <a:srgbClr val="FFFF00"/>
              </a:highlight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76" name="TextBox 74">
            <a:extLst>
              <a:ext uri="{FF2B5EF4-FFF2-40B4-BE49-F238E27FC236}">
                <a16:creationId xmlns:a16="http://schemas.microsoft.com/office/drawing/2014/main" id="{EFE2A4F3-F193-415E-2D55-1F2F1588F97D}"/>
              </a:ext>
            </a:extLst>
          </p:cNvPr>
          <p:cNvSpPr txBox="1"/>
          <p:nvPr/>
        </p:nvSpPr>
        <p:spPr>
          <a:xfrm>
            <a:off x="0" y="1304565"/>
            <a:ext cx="11422134" cy="362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64"/>
              </a:lnSpc>
            </a:pP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Date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délivrance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: </a:t>
            </a:r>
            <a:r>
              <a:rPr lang="en-US" sz="1200" b="0" i="0" dirty="0"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{{DATE_DELIVRANCE}} 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	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 {   { 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Optionnelle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Lato Bold"/>
                <a:ea typeface="Lato Bold"/>
                <a:cs typeface="Lato Bold"/>
                <a:sym typeface="Lato Bold"/>
              </a:rPr>
              <a:t>_ }  }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  :      Durée de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 Bold"/>
                <a:ea typeface="Lato Bold"/>
                <a:cs typeface="Lato Bold"/>
                <a:sym typeface="Lato Bold"/>
              </a:rPr>
              <a:t>validité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: { {  </a:t>
            </a:r>
            <a:r>
              <a:rPr lang="en-US" sz="1200" b="1" dirty="0" err="1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Optionnelle_DUREE_VALIDITE</a:t>
            </a:r>
            <a:r>
              <a:rPr lang="en-US" sz="1200" b="1" dirty="0">
                <a:solidFill>
                  <a:srgbClr val="1C21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anose="02070309020205020404" pitchFamily="49" charset="0"/>
                <a:ea typeface="Lato Bold"/>
                <a:cs typeface="Courier New" panose="02070309020205020404" pitchFamily="49" charset="0"/>
                <a:sym typeface="Lato Bold"/>
              </a:rPr>
              <a:t> }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83</Words>
  <Application>Microsoft Office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Courier New</vt:lpstr>
      <vt:lpstr>Lato Bold</vt:lpstr>
      <vt:lpstr>Arial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ATTESTATION DE FORMATION</dc:title>
  <dc:creator>K ELM</dc:creator>
  <cp:lastModifiedBy>Aymane AKDAHI</cp:lastModifiedBy>
  <cp:revision>17</cp:revision>
  <dcterms:created xsi:type="dcterms:W3CDTF">2006-08-16T00:00:00Z</dcterms:created>
  <dcterms:modified xsi:type="dcterms:W3CDTF">2026-06-18T08:14:13Z</dcterms:modified>
  <dc:identifier>DAG4klFn43o</dc:identifier>
</cp:coreProperties>
</file>